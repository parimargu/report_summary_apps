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Quarterly Loan Forecast Report - Commercial Banking Segment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Loan Performance Metrics (Q3 2025)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Loan Default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Rate (%)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Corporate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presentation contains forecasts and risk indicators for various banking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